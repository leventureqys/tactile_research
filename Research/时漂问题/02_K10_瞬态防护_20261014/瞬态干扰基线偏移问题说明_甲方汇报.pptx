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9844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模量科技 · Modutech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瞬态干扰导致的
基线永久偏移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2200" b="0" i="0">
                <a:solidFill>
                  <a:srgbClr val="BFD4E8"/>
                </a:solidFill>
                <a:latin typeface="微软雅黑"/>
                <a:ea typeface="微软雅黑"/>
                <a:cs typeface="微软雅黑"/>
              </a:rPr>
              <a:t>问题说明与解决方案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15968"/>
            <a:ext cx="1920240" cy="32004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553712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数据来源：左拇指指腹恒载录制（长时间恒定加压）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版本：K10 瞬态防护　　日期：2026-10-14　　汇报对象：XX 项目组</a:t>
            </a:r>
          </a:p>
        </p:txBody>
      </p:sp>
      <p:pic>
        <p:nvPicPr>
          <p:cNvPr id="8" name="Picture 7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4526280"/>
            <a:ext cx="96012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62288" y="563270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MODUTECH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结论摘要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一页结论：现象、原因、方案与验证结果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3538728" cy="17739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81328"/>
            <a:ext cx="50292" cy="17739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18488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56816"/>
            <a:ext cx="3081528" cy="1152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一次约 0.3 秒的瞬时跳动，使补偿后读数基线永久抬升 61.5 ADC，此后不再回落。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481328"/>
            <a:ext cx="3538728" cy="17739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1481328"/>
            <a:ext cx="50292" cy="1773936"/>
          </a:xfrm>
          <a:prstGeom prst="rect">
            <a:avLst/>
          </a:prstGeom>
          <a:solidFill>
            <a:srgbClr val="5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1618488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对照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1956816"/>
            <a:ext cx="3081528" cy="1152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同一时段传感器原始读数没有任何台阶变化，跳动前后实测差值 0.0 ADC。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1481328"/>
            <a:ext cx="3538728" cy="17739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9016" y="1481328"/>
            <a:ext cx="50292" cy="1773936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1618488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影响量级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1956816"/>
            <a:ext cx="3081528" cy="1152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61.5 ADC 按项目既有粗略比例折算约 0.06 N，相当于 10 g 级目标信号（约 100 ADC）的六成。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93008"/>
            <a:ext cx="3538728" cy="17739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493008"/>
            <a:ext cx="50292" cy="1773936"/>
          </a:xfrm>
          <a:prstGeom prst="rect">
            <a:avLst/>
          </a:prstGeom>
          <a:solidFill>
            <a:srgbClr val="A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630168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322B"/>
                </a:solidFill>
                <a:latin typeface="微软雅黑"/>
                <a:ea typeface="微软雅黑"/>
                <a:cs typeface="微软雅黑"/>
              </a:rPr>
              <a:t>根本原因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968496"/>
            <a:ext cx="3081528" cy="1152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算法把瞬时跳动误判为“载荷已卸除”，据此执行了一次不会自动撤销的基线修正。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3493008"/>
            <a:ext cx="3538728" cy="17739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07408" y="3493008"/>
            <a:ext cx="50292" cy="1773936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3630168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解决方式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968496"/>
            <a:ext cx="3081528" cy="1152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增加一层瞬态识别保护：只有“持续保持”的电平变化才被认定为真实载荷变化。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9016" y="3493008"/>
            <a:ext cx="3538728" cy="17739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29016" y="3493008"/>
            <a:ext cx="50292" cy="1773936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3336" y="3630168"/>
            <a:ext cx="3081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3968496"/>
            <a:ext cx="3081528" cy="1152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同样跳动下长期偏移由 +24 ADC 降至接近 0；对真实加载、真实卸载、小幅度卸载的长期结果无影响。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614416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口径说明：ADC 为传感器阵列原始计数单位；数据来自 2026-10-14 左拇指指腹长时间恒载录制与受控复现试验。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背景：为什么需要基线补偿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矩阵式触觉传感器的输出会随时间缓慢漂移，直接读数不能作为绝对压力使用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3438144" cy="23317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81328"/>
            <a:ext cx="50292" cy="23317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27632"/>
            <a:ext cx="2889503" cy="2075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传感器本身的特性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原始输出随温度、蠕变与接触状态缓慢变化；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加载时间越长，基线漂移越明显；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漂移是缓慢的、可跟踪的，与突然的载荷变化在时间尺度上完全不同。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481328"/>
            <a:ext cx="3438144" cy="23317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481328"/>
            <a:ext cx="50292" cy="2331720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627632"/>
            <a:ext cx="2889503" cy="2075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补偿算法做了什么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持续跟踪一个随时间缓慢变化的基线电平；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输出的是“相对于当前基线”的载荷量；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目标是让长时间按压下的读数保持稳定可用。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6136" y="1481328"/>
            <a:ext cx="3557016" cy="23317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6136" y="1481328"/>
            <a:ext cx="50292" cy="2331720"/>
          </a:xfrm>
          <a:prstGeom prst="rect">
            <a:avLst/>
          </a:prstGeom>
          <a:solidFill>
            <a:srgbClr val="A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1627632"/>
            <a:ext cx="3008376" cy="2075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A8322B"/>
                </a:solidFill>
                <a:latin typeface="微软雅黑"/>
                <a:ea typeface="微软雅黑"/>
                <a:cs typeface="微软雅黑"/>
              </a:rPr>
              <a:t>补偿成立的前提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必须正确判别“仍有载荷”与“载荷已经卸除”；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判别的依据是电平的变化；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一旦判别被瞬态干扰欺骗，基线就会在错误的位置重新建立，并长期保持下去。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41648"/>
            <a:ext cx="10817352" cy="566928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10332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本页说明的是“为什么需要这套补偿”，下一页开始说明瞬时干扰如何让这套补偿产生永久偏差。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85800" y="4828032"/>
          <a:ext cx="1081735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5205"/>
                <a:gridCol w="1947123"/>
                <a:gridCol w="2812511"/>
                <a:gridCol w="2812511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时间尺度</a:t>
                      </a:r>
                    </a:p>
                  </a:txBody>
                  <a:tcPr marL="109728" marR="73152" marT="27432" marB="27432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典型幅度</a:t>
                      </a:r>
                    </a:p>
                  </a:txBody>
                  <a:tcPr marL="109728" marR="73152" marT="27432" marB="27432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物理含义</a:t>
                      </a:r>
                    </a:p>
                  </a:txBody>
                  <a:tcPr marL="109728" marR="73152" marT="27432" marB="27432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补偿算法应当如何对待</a:t>
                      </a:r>
                    </a:p>
                  </a:txBody>
                  <a:tcPr marL="109728" marR="73152" marT="27432" marB="27432" anchor="ctr">
                    <a:solidFill>
                      <a:srgbClr val="0B2E4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缓慢漂移（数十秒至数分钟）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数百至数千 ADC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温度、蠕变、接触状态变化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更新基线，消除漂移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真实载荷变化（持续保持）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按载荷而定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加载或卸载真实发生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确认新基准，正常输出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瞬态干扰（亚秒级）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与真实变化可比重叠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接触抖动、毛刺、瞬时干扰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不改变基线（本次问题点）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问题现象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恒载录制第 194.5 秒附近出现一次约 0.3 秒的瞬时跳动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04</a:t>
            </a:r>
          </a:p>
        </p:txBody>
      </p:sp>
      <p:pic>
        <p:nvPicPr>
          <p:cNvPr id="11" name="Picture 10" descr="ppt_fig01_现象总览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444752"/>
            <a:ext cx="10424160" cy="47215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6968" y="614476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灰线为传感器原始读数，蓝线为补偿后输出。原始读数全程平滑，跳动前后没有任何台阶（实测差值 0.0 ADC）；补偿输出在跳动处下探，随后基线整体上抬 61.5 ADC 并保持不变。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问题现象 · 局部放大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跳动前后存在一个稳定台阶，而原始读数没有变化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05</a:t>
            </a:r>
          </a:p>
        </p:txBody>
      </p:sp>
      <p:pic>
        <p:nvPicPr>
          <p:cNvPr id="11" name="Picture 10" descr="ppt_fig02_局部放大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44752"/>
            <a:ext cx="9966960" cy="45144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" y="5998464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图中绿线与红线为跳动前后的基线电平，两者之间存在稳定台阶；灰线为传感器原始读数，事件前后没有变化，说明台阶不是物理载荷变化造成的。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问题原因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算法把一次瞬时跳动误判为“载荷已卸除”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63040"/>
            <a:ext cx="2606040" cy="1700784"/>
          </a:xfrm>
          <a:prstGeom prst="roundRect">
            <a:avLst>
              <a:gd name="adj" fmla="val 6000"/>
            </a:avLst>
          </a:prstGeom>
          <a:solidFill>
            <a:srgbClr val="FA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63040"/>
            <a:ext cx="50292" cy="1700784"/>
          </a:xfrm>
          <a:prstGeom prst="rect">
            <a:avLst/>
          </a:prstGeom>
          <a:solidFill>
            <a:srgbClr val="A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09344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322B"/>
                </a:solidFill>
                <a:latin typeface="微软雅黑"/>
                <a:ea typeface="微软雅黑"/>
                <a:cs typeface="微软雅黑"/>
              </a:rPr>
              <a:t>1. 干扰到来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93392"/>
            <a:ext cx="214884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读数在约 0.3 秒内快速跌破原有基准电平。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103120"/>
            <a:ext cx="1463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B2BE"/>
                </a:solidFill>
                <a:latin typeface="微软雅黑"/>
                <a:ea typeface="微软雅黑"/>
                <a:cs typeface="微软雅黑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5576" y="1463040"/>
            <a:ext cx="2606040" cy="1700784"/>
          </a:xfrm>
          <a:prstGeom prst="roundRect">
            <a:avLst>
              <a:gd name="adj" fmla="val 6000"/>
            </a:avLst>
          </a:prstGeom>
          <a:solidFill>
            <a:srgbClr val="FA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65576" y="1463040"/>
            <a:ext cx="50292" cy="1700784"/>
          </a:xfrm>
          <a:prstGeom prst="rect">
            <a:avLst/>
          </a:prstGeom>
          <a:solidFill>
            <a:srgbClr val="A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9896" y="1609344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322B"/>
                </a:solidFill>
                <a:latin typeface="微软雅黑"/>
                <a:ea typeface="微软雅黑"/>
                <a:cs typeface="微软雅黑"/>
              </a:rPr>
              <a:t>2. 被误判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1993392"/>
            <a:ext cx="214884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算法在极短时间内看到读数低于基准，判定载荷已被卸除。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2103120"/>
            <a:ext cx="1463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B2BE"/>
                </a:solidFill>
                <a:latin typeface="微软雅黑"/>
                <a:ea typeface="微软雅黑"/>
                <a:cs typeface="微软雅黑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463040"/>
            <a:ext cx="2606040" cy="1700784"/>
          </a:xfrm>
          <a:prstGeom prst="roundRect">
            <a:avLst>
              <a:gd name="adj" fmla="val 6000"/>
            </a:avLst>
          </a:prstGeom>
          <a:solidFill>
            <a:srgbClr val="FA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1463040"/>
            <a:ext cx="50292" cy="1700784"/>
          </a:xfrm>
          <a:prstGeom prst="rect">
            <a:avLst/>
          </a:prstGeom>
          <a:solidFill>
            <a:srgbClr val="A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1609344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322B"/>
                </a:solidFill>
                <a:latin typeface="微软雅黑"/>
                <a:ea typeface="微软雅黑"/>
                <a:cs typeface="微软雅黑"/>
              </a:rPr>
              <a:t>3. 执行修正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1993392"/>
            <a:ext cx="214884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按照卸除逻辑执行一次基线修正，把当时错误电平当作新基准。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103120"/>
            <a:ext cx="1463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B2BE"/>
                </a:solidFill>
                <a:latin typeface="微软雅黑"/>
                <a:ea typeface="微软雅黑"/>
                <a:cs typeface="微软雅黑"/>
              </a:rP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25128" y="1463040"/>
            <a:ext cx="2606040" cy="170078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25128" y="1463040"/>
            <a:ext cx="50292" cy="170078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1609344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4. 长期保留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1993392"/>
            <a:ext cx="214884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跳动早已恢复，修正却不会自动回退，偏差长期留在输出中。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401568"/>
            <a:ext cx="5376672" cy="2011680"/>
          </a:xfrm>
          <a:prstGeom prst="roundRect">
            <a:avLst>
              <a:gd name="adj" fmla="val 6000"/>
            </a:avLst>
          </a:prstGeom>
          <a:solidFill>
            <a:srgbClr val="FA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401568"/>
            <a:ext cx="50292" cy="2011680"/>
          </a:xfrm>
          <a:prstGeom prst="rect">
            <a:avLst/>
          </a:prstGeom>
          <a:solidFill>
            <a:srgbClr val="A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547872"/>
            <a:ext cx="4828032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A8322B"/>
                </a:solidFill>
                <a:latin typeface="微软雅黑"/>
                <a:ea typeface="微软雅黑"/>
                <a:cs typeface="微软雅黑"/>
              </a:rPr>
              <a:t>关键：修正不可撤销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补偿算法在运行中持续维护一个“基线基准”；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判定为卸除状态时，会把当时的电平接纳为新的基准；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本次事件中，接纳动作发生在跳动的谷底，而跳动随后立即恢复；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基准一旦被改写，不会因为读数回到原水平而自动回退。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401568"/>
            <a:ext cx="5376672" cy="20116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401568"/>
            <a:ext cx="50292" cy="20116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547872"/>
            <a:ext cx="4828032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与真实卸载的区别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真实卸载：载荷确实改变，新基准是正确的结果；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瞬时跳动：载荷并未改变，新基准是错误的产物；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两者在数值幅度上可能相似，仅凭幅度无法区分；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因此需要额外的判别依据，见第 9 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问题原因 · 通道级证据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补偿量被永久扣减的通道，全部落在跳动最深的几条通道上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07</a:t>
            </a:r>
          </a:p>
        </p:txBody>
      </p:sp>
      <p:pic>
        <p:nvPicPr>
          <p:cNvPr id="11" name="Picture 10" descr="ppt_fig03_通道影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71600"/>
            <a:ext cx="9966960" cy="46512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" y="6089904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深蓝柱为该通道的瞬时跳动深度，红柱为该通道补偿量被永久扣减的量。跳动最深的 CH13 / CH25 / CH8 三条通道合计扣减 62.6 ADC，与全部通道补偿量变化总量 −61.6 ADC 吻合，排除了整体漂移与随机噪声的解释。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问题原因 · 为什么此前未被发现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同类瞬时跳动的出现次数与录制时长、恒压状态强相关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08</a:t>
            </a:r>
          </a:p>
        </p:txBody>
      </p:sp>
      <p:pic>
        <p:nvPicPr>
          <p:cNvPr id="11" name="Picture 10" descr="ppt_fig06_出现次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6995160" cy="3361563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882127" y="1627632"/>
          <a:ext cx="3621023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034"/>
                <a:gridCol w="137598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测试类型</a:t>
                      </a:r>
                    </a:p>
                  </a:txBody>
                  <a:tcPr marL="109728" marR="73152" marT="27432" marB="27432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检出次数</a:t>
                      </a:r>
                    </a:p>
                  </a:txBody>
                  <a:tcPr marL="109728" marR="73152" marT="27432" marB="27432" anchor="ctr">
                    <a:solidFill>
                      <a:srgbClr val="0B2E4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设备1 · 10 g 反复增减荷载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次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设备2 · 10 g 反复增减荷载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次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设备1 · 恒载测试1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 次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设备2 · 恒载测试1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 次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右拇指 · 恒载测试1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 次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左拇指 · 恒载测试1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次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882127" y="4315968"/>
            <a:ext cx="3621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长时间恒压过程中，这类干扰出现得更频繁，每一次都可能留下一份不会消失的偏差，逐渐累积。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248656"/>
            <a:ext cx="10817352" cy="658368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21808"/>
            <a:ext cx="103601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这也解释了为什么该问题在短时的 10 g 测试中不明显、却在长时间恒压测试中凸显。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解决方案 · 设计思路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区分二者的依据不是“幅度”，而是“变化是否持续保持”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09</a:t>
            </a:r>
          </a:p>
        </p:txBody>
      </p:sp>
      <p:pic>
        <p:nvPicPr>
          <p:cNvPr id="11" name="Picture 10" descr="ppt_fig07_两种变化对比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44752"/>
            <a:ext cx="10817352" cy="405956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650992"/>
            <a:ext cx="10817352" cy="62179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36015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两类变化在幅度上互相重叠，无法用阈值可靠区分；差别只在于：变化是否持续保持。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解决方案 · 设计原则与功能定位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保护层只改变“疑似卸除”这一条判定路径，不改变原有补偿行为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63040"/>
            <a:ext cx="3538728" cy="2103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63040"/>
            <a:ext cx="50292" cy="21031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09344"/>
            <a:ext cx="2990088" cy="1847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一、保护“形态”，不设幅度门槛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不以“偏移超过某个幅度就拒绝”为判据；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避免小幅度真实操作被误伤；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保护对象是变化的形态，不是幅度。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463040"/>
            <a:ext cx="3538728" cy="2103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463040"/>
            <a:ext cx="50292" cy="2103120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609344"/>
            <a:ext cx="2990088" cy="1847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二、必须持续保持才被采纳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电平变化需在短时间内持续保持；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才被确认为新的基线基准；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抖动、毛刺、接触干扰这类“来了又走”的变化不会被采纳。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463040"/>
            <a:ext cx="3547872" cy="2103120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463040"/>
            <a:ext cx="50292" cy="2103120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09344"/>
            <a:ext cx="2999232" cy="1847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三、大幅度真实卸载仍立即响应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明显卸载（例如手指抬起）不受保护层影响；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卸载响应速度与原有算法一致；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保持现有操作手感不变。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67328"/>
            <a:ext cx="5376672" cy="2267712"/>
          </a:xfrm>
          <a:prstGeom prst="roundRect">
            <a:avLst>
              <a:gd name="adj" fmla="val 6000"/>
            </a:avLst>
          </a:prstGeom>
          <a:solidFill>
            <a:srgbClr val="FA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67328"/>
            <a:ext cx="50292" cy="2267712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13632"/>
            <a:ext cx="48280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功能定位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在原有补偿逻辑之上新增的一层识别与保护机制；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作为可开关选项启用，关闭时与原有算法结果完全一致；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不引入新的外部依赖，计算开销可忽略；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在长时间恒压场景下建议优先启用。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767328"/>
            <a:ext cx="5376672" cy="226771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767328"/>
            <a:ext cx="50292" cy="226771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319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开关带来的可控性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· 现场可做 A/B 对照：同一段数据分别用开、关两种配置回放；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· 出现任何疑虑时，可立即回退到原有行为，不影响既有交付；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· 保护参数（确认时长等）与传感器噪声水平、实际操作速度相关，需按现场标定后定版。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验证结果 · 受控复现与修复效果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把现场波形提取出来在受控条件下注入，对比三种扰动形态的长期结果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11</a:t>
            </a:r>
          </a:p>
        </p:txBody>
      </p:sp>
      <p:pic>
        <p:nvPicPr>
          <p:cNvPr id="11" name="Picture 10" descr="ppt_fig04_受控复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44752"/>
            <a:ext cx="6309360" cy="2808031"/>
          </a:xfrm>
          <a:prstGeom prst="rect">
            <a:avLst/>
          </a:prstGeom>
        </p:spPr>
      </p:pic>
      <p:pic>
        <p:nvPicPr>
          <p:cNvPr id="12" name="Picture 11" descr="ppt_fig05_修复对比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1444752"/>
            <a:ext cx="4297680" cy="29464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4224528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受控复现：只有瞬时跳动留下永久偏移（约 +24 ADC），持续加载与无扰动对照都在噪声量级。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4553712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防护启用后，同样强度的跳动造成的长期偏移由约 +24 ADC 降至接近 0。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38928"/>
            <a:ext cx="10817352" cy="11155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285232"/>
            <a:ext cx="102412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受控复现确认了触发条件：保护层只需针对“瞬时跳动”这一种形态即可。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真实卸载 90% 会引起约 −2.3 万 ADC 的载荷变化，量级与上述三者不可比，其长期偏移经单独核算为 −0.05 ADC，与无扰动对照等同，说明保护层不会带来额外偏移。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验证结果 · 对正常功能无影响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防护启用后，对真实加载、真实卸载与小信号检测的实测影响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12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17904"/>
          <a:ext cx="10817351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3287"/>
                <a:gridCol w="6274064"/>
              </a:tblGrid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验证项</a:t>
                      </a:r>
                    </a:p>
                  </a:txBody>
                  <a:tcPr marL="109728" marR="73152" marT="27432" marB="27432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marL="109728" marR="73152" marT="27432" marB="27432" anchor="ctr">
                    <a:solidFill>
                      <a:srgbClr val="0B2E4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持续加载（+2000 ADC，20 秒）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长期结果与原来完全一致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真实卸载（卸载 90%）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长期结果与原来完全一致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小幅度真实卸载（每通道 20 ~ 400 ADC）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长期稳态差异 0；卸载瞬间约 17 ADC 短暂差异，5 秒内收敛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长时间恒载录制的漂移指标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变化 ≤ 0.7%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小信号（10 g 级）保留能力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无变化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保护层关闭时与原有算法的一致性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完全一致（逐帧比对最大差异 0.0 ADC）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85800" y="5029200"/>
            <a:ext cx="5376672" cy="1298448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029200"/>
            <a:ext cx="50292" cy="129844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75504"/>
            <a:ext cx="4828032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结论一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保护层只抑制“瞬时跳动”这一类错误修正；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对承载能力的判定、卸载响应、小信号检测均无实质影响。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5029200"/>
            <a:ext cx="5376672" cy="129844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5029200"/>
            <a:ext cx="50292" cy="12984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175504"/>
            <a:ext cx="4828032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结论二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关闭保护层时行为与现有算法完全一致；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可作为可选功能安全引入，不存在对既有交付的回退风险。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从验证到现场定版的落地路径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17904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517904"/>
            <a:ext cx="50292" cy="18288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82495"/>
            <a:ext cx="2148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① 固件引入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03120"/>
            <a:ext cx="214884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在固件中引入该保护层并保留开关，便于现场对照验证。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1517904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65576" y="1517904"/>
            <a:ext cx="50292" cy="1828800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9896" y="1682495"/>
            <a:ext cx="2148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② 场景启用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2103120"/>
            <a:ext cx="214884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长时间恒压场景优先启用：这类场景干扰频率高，累积影响明显。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517904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1517904"/>
            <a:ext cx="50292" cy="1828800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682495"/>
            <a:ext cx="2148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③ 参数标定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103120"/>
            <a:ext cx="214884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确认时长等参数与噪声水平、操作速度相关，需在不同传感器部位分别确认后定版。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1517904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25128" y="1517904"/>
            <a:ext cx="50292" cy="1828800"/>
          </a:xfrm>
          <a:prstGeom prst="rect">
            <a:avLst/>
          </a:prstGeom>
          <a:solidFill>
            <a:srgbClr val="5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8" y="1682495"/>
            <a:ext cx="2148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④ 后续补充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2103120"/>
            <a:ext cx="214884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补充“带操作时刻标记”的测试数据，量化保护层对真实小载荷操作的响应延迟。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639312"/>
            <a:ext cx="10817352" cy="2377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639312"/>
            <a:ext cx="50292" cy="23774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785615"/>
            <a:ext cx="10268712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结论与当前状态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该保护层有效解决了瞬时干扰导致的基线永久偏移；对真实载荷变化、卸载响应、小信号检测均无实质影响；关闭保护层时行为与现有算法完全一致。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当前已验证内容：现场数据的通道级归因、受控复现（三种扰动形态）、防护启用前后的长期偏移对比、小幅度卸载与长时间恒载的回归对比。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待确认事项：保护参数的现场标定口径（确认时长与噪声水平、操作速度的对应关系）；不同传感器部位的分别确认结果。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数据与图件均可本地复现：全部图件由现场录制数据直接计算生成，脚本与原始数据随交付一并提供。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附录 · 数据与图件清单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全部图件由现场录制数据直接计算生成，可在本地复现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K10 瞬态防护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14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17904"/>
          <a:ext cx="10817351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"/>
                <a:gridCol w="6706758"/>
                <a:gridCol w="3028858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109728" marR="73152" marT="27432" marB="27432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109728" marR="73152" marT="27432" marB="27432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本说明中的位置</a:t>
                      </a:r>
                    </a:p>
                  </a:txBody>
                  <a:tcPr marL="109728" marR="73152" marT="27432" marB="27432" anchor="ctr">
                    <a:solidFill>
                      <a:srgbClr val="0B2E4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 1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现象总览：原始读数与补偿输出对比，显示跳动位置与基线抬升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4 页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 2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局部放大：事件前后基线的台阶对比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5 页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 3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通道影响：跳动幅度与补偿量变化的通道级对应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7 页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 4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出现次数：同类跳动在不同测试中的分布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8 页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 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两种变化的形态对比：来了又走 / 来了就留下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9 页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 6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受控复现：不同扰动形态是否造成永久偏移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11 页</a:t>
                      </a:r>
                    </a:p>
                  </a:txBody>
                  <a:tcPr marL="109728" marR="73152" marT="27432" marB="27432" anchor="ctr">
                    <a:solidFill>
                      <a:srgbClr val="F4F7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 7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修复对比：保护层启用前后的长期偏移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11 页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85800" y="5175504"/>
            <a:ext cx="10817352" cy="84124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85232"/>
            <a:ext cx="10360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配套文档：《瞬态干扰基线偏移问题说明（甲方版）》；原始数据：左拇指指腹恒载录制 2026-10-14；验证脚本与结果文件随交付提供。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