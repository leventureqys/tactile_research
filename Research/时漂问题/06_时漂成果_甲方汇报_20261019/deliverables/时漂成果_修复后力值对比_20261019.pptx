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56032" y="4443984"/>
            <a:ext cx="1920240" cy="320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长时持续按压下的</a:t>
            </a:r>
          </a:p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力值稳定性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8961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0B2E96"/>
                </a:solidFill>
                <a:latin typeface="Microsoft YaHei"/>
              </a:rPr>
              <a:t>时漂补偿算法 · 升级后实测成果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90288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测试部位：拇指指腹 48 分钟、掌心 96 分钟、四指指腹 74 分钟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评价口径：读数首尾变化、全程起伏、持续按压中的上行漂移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数据来源：设备真实录制，传感器原始信号与显示力值同步记录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533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0B8"/>
                </a:solidFill>
                <a:latin typeface="Microsoft YaHei"/>
              </a:rPr>
              <a:t>汇报单位：模量科技　|　2026-10-19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57200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56692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8587A"/>
                </a:solidFill>
                <a:latin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核心结果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三个部位、三种时长，长时按压力值都稳住了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6459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48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+0.20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读数首尾变化；全程起伏 0.51 N，越按越高仅 0.34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5112" y="1426464"/>
            <a:ext cx="50292" cy="1645920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1144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96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-0.06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读数首尾变化；全程起伏 0.44 N，越按越高仅 0.15 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4424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64424" y="1426464"/>
            <a:ext cx="50292" cy="16459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0456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四指指腹 · 74 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5B8DEF"/>
                </a:solidFill>
                <a:latin typeface="Microsoft YaHei"/>
              </a:rPr>
              <a:t>-0.26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读数首尾变化；全程起伏 0.58 N，越按越高仅 0.14 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55264"/>
            <a:ext cx="45720" cy="5669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326440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首尾变化 = 评价段末段读数均值相对初段均值的变化；起伏 = 段内最大值与最小值之差；上行漂移 = 读数相对起始值向上累积的最大幅度。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85800" y="4059936"/>
          <a:ext cx="10817349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84831"/>
                <a:gridCol w="1783080"/>
                <a:gridCol w="1965960"/>
                <a:gridCol w="1874519"/>
                <a:gridCol w="1874519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全程起伏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0.51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0.34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稳定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-0.06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0.44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稳定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四指指腹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74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-0.26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0.58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0.14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稳定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85800" y="5980176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0B8"/>
                </a:solidFill>
                <a:latin typeface="Microsoft YaHei"/>
              </a:rPr>
              <a:t>显示力值单位 N，按现场标定系数折算。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拇指指腹 · 48 分钟力值曲线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整段持续按压，读数贴着起始基线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03</a:t>
            </a:r>
          </a:p>
        </p:txBody>
      </p:sp>
      <p:pic>
        <p:nvPicPr>
          <p:cNvPr id="11" name="Picture 10" descr="B1_thumb_fix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48 分钟持续按压，读数从 28.44 N 到 28.64 N，首尾变化 +0.20 N，全程起伏 0.51 N，未出现越按越高的累积。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掌心 · 96 分钟力值曲线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整段持续按压，读数贴着起始基线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04</a:t>
            </a:r>
          </a:p>
        </p:txBody>
      </p:sp>
      <p:pic>
        <p:nvPicPr>
          <p:cNvPr id="11" name="Picture 10" descr="B2_palm_fix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96 分钟持续按压，读数从 28.62 N 到 28.56 N，首尾变化 -0.06 N，全程起伏 0.44 N，未出现越按越高的累积。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四指指腹 · 74 分钟力值曲线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整段持续按压，读数贴着起始基线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05</a:t>
            </a:r>
          </a:p>
        </p:txBody>
      </p:sp>
      <p:pic>
        <p:nvPicPr>
          <p:cNvPr id="11" name="Picture 10" descr="B3_third_fix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74 分钟持续按压，读数从 30.62 N 到 30.36 N，首尾变化 -0.26 N，全程起伏 0.58 N，未出现越按越高的累积。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三个部位同框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各自按压时长内的漂移轨迹，量级一致、方向可控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06</a:t>
            </a:r>
          </a:p>
        </p:txBody>
      </p:sp>
      <p:pic>
        <p:nvPicPr>
          <p:cNvPr id="11" name="Picture 10" descr="B4_fixonly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16736"/>
            <a:ext cx="10424160" cy="397531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687568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696712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横轴为各自的持续按压时间，纵轴为相对起始读数的漂移。三个部位在各自时长内保持小量级漂移，未出现累积性上飘。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稳定性与可重复性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按得久也不飘，是标定与判定的前提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57276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上行漂移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0.34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整段按压中读数自己往上爬的最大幅度；末段趋势 -0.001 N/分钟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5112" y="1426464"/>
            <a:ext cx="50292" cy="1572768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1144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上行漂移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0.15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整段按压中读数自己往上爬的最大幅度；末段趋势 +0.003 N/分钟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4424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64424" y="1426464"/>
            <a:ext cx="50292" cy="15727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0456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四指指腹 · 上行漂移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5B8DEF"/>
                </a:solidFill>
                <a:latin typeface="Microsoft YaHei"/>
              </a:rPr>
              <a:t>0.14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整段按压中读数自己往上爬的最大幅度；末段趋势 -0.001 N/分钟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85800" y="3255264"/>
          <a:ext cx="10817352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6392"/>
                <a:gridCol w="2560320"/>
                <a:gridCol w="25603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四指指腹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74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首尾变化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+0.20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-0.26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全程起伏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0.51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0.44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0.58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0.14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末段趋势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-0.001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+0.003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-0.001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85800" y="5504688"/>
            <a:ext cx="45720" cy="47548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13831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末段趋势接近零，说明读数已基本收敛，按压时间延长不会再带来明显上飘。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数据一览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三组实录的升级后指标（同一口径、同一算法版本）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609344"/>
          <a:ext cx="10817352" cy="1755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1783080"/>
                <a:gridCol w="1920240"/>
                <a:gridCol w="1691640"/>
                <a:gridCol w="1691640"/>
                <a:gridCol w="1719072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全程起伏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末段趋势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0.51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0.34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-0.001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0.44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+0.003 N/分钟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四指指腹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74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-0.26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0.58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0.14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-0.001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3767328"/>
            <a:ext cx="10817352" cy="93268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" y="3767328"/>
            <a:ext cx="50292" cy="93268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913632"/>
            <a:ext cx="102870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三组的升级后首尾变化均在 0.26 N 以内，越按越高的幅度均在 0.35 N 以内。后续新增部位按同一口径接入，页面结构不变。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从「能测」到「可依据」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1975104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9751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扩大样本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9339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在不同部位、不同按压时长上继续扩展，形成覆盖主要接触部位的样本集。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444752"/>
            <a:ext cx="3538728" cy="1975104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1444752"/>
            <a:ext cx="50292" cy="19751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1144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标定衔接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99339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把长时稳定性纳入产线标定与出厂判定流程，形成可执行的验收口径。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1444752"/>
            <a:ext cx="3538728" cy="1975104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64424" y="1444752"/>
            <a:ext cx="50292" cy="19751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0456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持续跟踪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199339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在真实使用场景中跟踪读数表现，定期复核漂移指标。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03904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0A1020"/>
                </a:solidFill>
                <a:latin typeface="Microsoft YaHei"/>
              </a:rPr>
              <a:t>长时按压力值的稳定性，是触觉压力产品走向实际使用的前提。本次实测给出的结论是：在三组 48 到 96 分钟的持续按压中，显示力值保持平稳、连续、可复现。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