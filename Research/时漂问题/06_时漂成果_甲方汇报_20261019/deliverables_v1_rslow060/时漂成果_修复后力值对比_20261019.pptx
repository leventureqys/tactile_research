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56032" y="4443984"/>
            <a:ext cx="1920240" cy="320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长时持续按压下的</a:t>
            </a:r>
          </a:p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力值稳定性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8961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0B2E96"/>
                </a:solidFill>
                <a:latin typeface="Microsoft YaHei"/>
              </a:rPr>
              <a:t>时漂补偿算法 · 升级后实测成果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90288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测试部位：拇指指腹（48 分钟持续按压）、掌心（96 分钟持续按压）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评价口径：读数首尾变化、全程起伏、持续按压中的上行漂移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数据来源：设备真实录制，传感器原始信号与显示力值同步记录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533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0B8"/>
                </a:solidFill>
                <a:latin typeface="Microsoft YaHei"/>
              </a:rPr>
              <a:t>汇报单位：模量科技　|　2026-10-19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57200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56692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8587A"/>
                </a:solidFill>
                <a:latin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核心结果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两个部位、两种时长，长时按压力值都稳住了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6459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48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65376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+0.02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77440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读数首尾变化；全程起伏 0.52 N，越按越高仅 0.20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444752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15968" y="1444752"/>
            <a:ext cx="50292" cy="16459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1609344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96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865376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-0.64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77440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读数首尾变化；全程起伏 0.93 N，越按越高仅 0.15 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1444752"/>
            <a:ext cx="3557016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46136" y="1444752"/>
            <a:ext cx="50292" cy="1645920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02167" y="1609344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末段趋势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1865376"/>
            <a:ext cx="30998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-0.002 N/分钟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2377440"/>
            <a:ext cx="309981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稳态末段基本水平；掌心同为 -0.001 N/分钟，按得再久也不上爬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36976"/>
            <a:ext cx="45720" cy="5669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3246120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首尾变化 = 评价段末段读数均值相对初段均值的变化；起伏 = 段内最大值与最小值之差；上行漂移 = 读数相对起始值向上累积的最大幅度。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85800" y="4041648"/>
          <a:ext cx="10817349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84831"/>
                <a:gridCol w="1783080"/>
                <a:gridCol w="1965960"/>
                <a:gridCol w="1874519"/>
                <a:gridCol w="1874519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全程起伏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+0.02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0.52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稳定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-0.64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0.93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稳定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第三组（待补）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85800" y="5980176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0B8"/>
                </a:solidFill>
                <a:latin typeface="Microsoft YaHei"/>
              </a:rPr>
              <a:t>显示力值单位 N，按现场标定系数折算。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拇指指腹 · 48 分钟力值曲线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整段持续按压，读数贴着起始基线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03</a:t>
            </a:r>
          </a:p>
        </p:txBody>
      </p:sp>
      <p:pic>
        <p:nvPicPr>
          <p:cNvPr id="11" name="Picture 10" descr="B1_thumb_fix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48 分钟持续按压，读数从 28.08 N 到 28.10 N，首尾变化 +0.02 N，全程起伏 0.52 N，未出现越按越高的累积。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掌心 · 96 分钟力值曲线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接近一百分钟的恒载，读数依旧没有累积上飘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04</a:t>
            </a:r>
          </a:p>
        </p:txBody>
      </p:sp>
      <p:pic>
        <p:nvPicPr>
          <p:cNvPr id="11" name="Picture 10" descr="B2_palm_fix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96 分钟持续按压，读数从 28.61 N 到 27.98 N，首尾变化 -0.64 N，全程起伏 0.93 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两个部位同框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各自按压时长内的漂移轨迹，量级一致、方向可控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05</a:t>
            </a:r>
          </a:p>
        </p:txBody>
      </p:sp>
      <p:pic>
        <p:nvPicPr>
          <p:cNvPr id="11" name="Picture 10" descr="B3_fixonly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16736"/>
            <a:ext cx="10424160" cy="397531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687568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696712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横轴为各自的持续按压时间，纵轴为相对起始读数的漂移。两个部位在各自时长内保持小量级漂移，未出现累积性上飘。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稳定性与可重复性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按得久也不飘，是标定与判定的前提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57276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上行漂移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65376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0.20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77440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整段按压中读数自己往上爬的最大幅度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444752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15968" y="1444752"/>
            <a:ext cx="50292" cy="1572768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1609344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上行漂移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865376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0.15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77440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96 分钟内同样保持在小量级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1444752"/>
            <a:ext cx="3557016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46136" y="1444752"/>
            <a:ext cx="50292" cy="157276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02167" y="1609344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读数抖动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1865376"/>
            <a:ext cx="30998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0.23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2377440"/>
            <a:ext cx="3099816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每秒读数变化的 99 分位，来自信号本身，算法未额外放大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85800" y="3255264"/>
          <a:ext cx="10817352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6392"/>
                <a:gridCol w="2560320"/>
                <a:gridCol w="25603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第三组（待补）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首尾变化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+0.02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-0.64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全程起伏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0.52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0.93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0.20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末段趋势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-0.002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-0.001 N/分钟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85800" y="5504688"/>
            <a:ext cx="45720" cy="47548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13831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末段趋势接近零，说明读数已经收敛，按压时间再长也不会自己往上走。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第三组数据（预留）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拓展部位实测到位后按同一口径并入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10817352" cy="11887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188720"/>
          </a:xfrm>
          <a:prstGeom prst="rect">
            <a:avLst/>
          </a:prstGeom>
          <a:solidFill>
            <a:srgbClr val="93A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1609344"/>
            <a:ext cx="10287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本报告结构固定为「拇指指腹 / 掌心 / 第三组」。第三组部位的实测录制到位后，按同一指标定义补入表格与同框图，叙述结构不变。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2944368"/>
          <a:ext cx="10817352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1992"/>
                <a:gridCol w="2194560"/>
                <a:gridCol w="2103120"/>
                <a:gridCol w="2148840"/>
                <a:gridCol w="214884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+0.02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-0.64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第三组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录制中 / 待补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从「能测」到「可依据」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1975104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9751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扩大样本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9339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补入第三组部位，并在不同部位、不同按压时长上重复验证。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444752"/>
            <a:ext cx="3538728" cy="1975104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1444752"/>
            <a:ext cx="50292" cy="19751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1144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标定衔接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99339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把长时稳定性纳入产线标定与出厂判定流程，形成可执行的验收口径。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1444752"/>
            <a:ext cx="3538728" cy="1975104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64424" y="1444752"/>
            <a:ext cx="50292" cy="19751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0456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持续跟踪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199339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在真实使用场景中跟踪读数表现，定期复核漂移指标。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03904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0A1020"/>
                </a:solidFill>
                <a:latin typeface="Microsoft YaHei"/>
              </a:rPr>
              <a:t>长时按压力值的稳定性，是触觉压力产品走向实际使用的前提。本次实测给出的结论是：在 48 到 96 分钟的持续按压范围内，显示力值保持平稳、连续、可复现。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